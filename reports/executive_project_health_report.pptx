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Health Reporting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Projects Assessed: 2</a:t>
            </a:r>
          </a:p>
          <a:p>
            <a:r>
              <a:t>Green: 1</a:t>
            </a:r>
          </a:p>
          <a:p>
            <a:r>
              <a:t>Amber: 1</a:t>
            </a:r>
          </a:p>
          <a:p>
            <a:r>
              <a:t>Red: 0</a:t>
            </a:r>
          </a:p>
          <a:p/>
          <a:p>
            <a:r>
              <a:t>Portfolio Health: Moderate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Cross-Project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Overdue task accumulation observed in 2/2 projects.</a:t>
            </a:r>
          </a:p>
          <a:p>
            <a:r>
              <a:t>Schedule variance is elevated in 1/2 projects.</a:t>
            </a:r>
          </a:p>
          <a:p>
            <a:r>
              <a:t>Stakeholder comments indicate delivery concerns in 1/2 projects.</a:t>
            </a:r>
          </a:p>
          <a:p>
            <a:r>
              <a:t>Critical-path delays are present in 1/2 projects.</a:t>
            </a:r>
          </a:p>
          <a:p>
            <a:r>
              <a:t>Portfolio data quality remains sufficiently high for decision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Portfolio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task variance is 15 days</a:t>
            </a:r>
          </a:p>
          <a:p>
            <a:r>
              <a:t>Stakeholder comments indicate delivery risks</a:t>
            </a:r>
          </a:p>
          <a:p>
            <a:r>
              <a:t>Critical-path activities are overdue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Requiring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Zycus - UniSan S2P Implementation (Amber)</a:t>
            </a:r>
          </a:p>
          <a:p>
            <a:r>
              <a:t>Critical-path activities are overdue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recovery plans for projects with overdue critical-path activities.</a:t>
            </a:r>
          </a:p>
          <a:p>
            <a:r>
              <a:t>Investigate dependency bottlenecks and critical-path blocker accumulation.</a:t>
            </a:r>
          </a:p>
          <a:p>
            <a:r>
              <a:t>Continue monitoring overdue task growth before milestone impact occurs.</a:t>
            </a:r>
          </a:p>
          <a:p>
            <a:r>
              <a:t>Maintain current governance practices on healthy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Dashboard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60960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Quality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Zycus - Titan S2P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Zycus - UniSan S2P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Workflow</a:t>
            </a:r>
          </a:p>
          <a:p>
            <a:r>
              <a:t>Project Plan → Feature Engineering → Comment Analysis → Deterministic RAG Engine → Executive Reporting</a:t>
            </a:r>
          </a:p>
          <a:p/>
          <a:p>
            <a:r>
              <a:t>Portfolio Confidence: 83%</a:t>
            </a:r>
          </a:p>
          <a:p>
            <a:r>
              <a:t>Portfolio Data Quality: 81.5/100</a:t>
            </a:r>
          </a:p>
          <a:p/>
          <a:p>
            <a:r>
              <a:t>RAG classification is determined algorithmically.</a:t>
            </a:r>
          </a:p>
          <a:p>
            <a:r>
              <a:t>LLMs provide explanation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